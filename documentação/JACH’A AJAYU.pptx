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75" r:id="rId6"/>
    <p:sldId id="274" r:id="rId7"/>
    <p:sldId id="261" r:id="rId8"/>
    <p:sldId id="272" r:id="rId9"/>
    <p:sldId id="266" r:id="rId10"/>
    <p:sldId id="273" r:id="rId11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28"/>
  </p:normalViewPr>
  <p:slideViewPr>
    <p:cSldViewPr snapToGrid="0" snapToObjects="1">
      <p:cViewPr varScale="1">
        <p:scale>
          <a:sx n="59" d="100"/>
          <a:sy n="59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Linha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Лист1!$A$2:$A$13</c:f>
              <c:strCache>
                <c:ptCount val="12"/>
                <c:pt idx="0">
                  <c:v>Jan 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5</c:v>
                </c:pt>
                <c:pt idx="1">
                  <c:v>7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1</c:v>
                </c:pt>
                <c:pt idx="6">
                  <c:v>8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E-864C-8309-B65135E81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91023839"/>
        <c:axId val="1690329023"/>
      </c:barChart>
      <c:catAx>
        <c:axId val="1691023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90329023"/>
        <c:crosses val="autoZero"/>
        <c:auto val="1"/>
        <c:lblAlgn val="ctr"/>
        <c:lblOffset val="100"/>
        <c:noMultiLvlLbl val="0"/>
      </c:catAx>
      <c:valAx>
        <c:axId val="1690329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91023839"/>
        <c:crosses val="autoZero"/>
        <c:crossBetween val="between"/>
      </c:valAx>
      <c:spPr>
        <a:solidFill>
          <a:schemeClr val="tx2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2DEA7-9DCD-4B2E-9DC5-BE121C266AF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 rtlCol="0"/>
        <a:lstStyle/>
        <a:p>
          <a:pPr rtl="0"/>
          <a:endParaRPr lang="en-US"/>
        </a:p>
      </dgm:t>
    </dgm:pt>
    <dgm:pt modelId="{41CDB9B8-E81E-41E7-AE89-8F6EDFC88D92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noProof="0" dirty="0"/>
            <a:t>Reduzir e Eliminar Despesas</a:t>
          </a:r>
        </a:p>
      </dgm:t>
    </dgm:pt>
    <dgm:pt modelId="{5D2FF527-BA77-40BE-9414-16FAE46386BB}" type="parTrans" cxnId="{21EB7847-13AE-4881-9090-909F31360F4E}">
      <dgm:prSet/>
      <dgm:spPr/>
      <dgm:t>
        <a:bodyPr rtlCol="0"/>
        <a:lstStyle/>
        <a:p>
          <a:pPr rtl="0"/>
          <a:endParaRPr lang="pt-BR" noProof="0" dirty="0"/>
        </a:p>
      </dgm:t>
    </dgm:pt>
    <dgm:pt modelId="{BA791450-8D1E-4A6F-B71D-2984D9E245C4}" type="sibTrans" cxnId="{21EB7847-13AE-4881-9090-909F31360F4E}">
      <dgm:prSet/>
      <dgm:spPr/>
      <dgm:t>
        <a:bodyPr rtlCol="0"/>
        <a:lstStyle/>
        <a:p>
          <a:pPr rtl="0"/>
          <a:endParaRPr lang="pt-BR" noProof="0" dirty="0"/>
        </a:p>
      </dgm:t>
    </dgm:pt>
    <dgm:pt modelId="{4D7D34C7-9466-4514-BF51-7396C17436B5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noProof="0" dirty="0"/>
            <a:t>Escolher um Destino</a:t>
          </a:r>
        </a:p>
      </dgm:t>
    </dgm:pt>
    <dgm:pt modelId="{37DD6CE0-C2AA-4EB6-9E7D-14AED2127C40}" type="parTrans" cxnId="{7EEBEB1B-497E-4365-84F9-FBB75D7759E5}">
      <dgm:prSet/>
      <dgm:spPr/>
      <dgm:t>
        <a:bodyPr rtlCol="0"/>
        <a:lstStyle/>
        <a:p>
          <a:pPr rtl="0"/>
          <a:endParaRPr lang="pt-BR" noProof="0" dirty="0"/>
        </a:p>
      </dgm:t>
    </dgm:pt>
    <dgm:pt modelId="{483498F9-A0C2-4668-85AB-D8E6E254F73B}" type="sibTrans" cxnId="{7EEBEB1B-497E-4365-84F9-FBB75D7759E5}">
      <dgm:prSet/>
      <dgm:spPr/>
      <dgm:t>
        <a:bodyPr rtlCol="0"/>
        <a:lstStyle/>
        <a:p>
          <a:pPr rtl="0"/>
          <a:endParaRPr lang="pt-BR" noProof="0" dirty="0"/>
        </a:p>
      </dgm:t>
    </dgm:pt>
    <dgm:pt modelId="{8E185869-F0D4-43E2-B08A-2F3E83EE98F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noProof="0" dirty="0"/>
            <a:t>Definir Metas e Criar um Plano</a:t>
          </a:r>
        </a:p>
      </dgm:t>
    </dgm:pt>
    <dgm:pt modelId="{7EE27099-92EA-4EDF-B176-0E355876D272}" type="parTrans" cxnId="{7F970F62-30E3-4F5B-A242-825013BF84A8}">
      <dgm:prSet/>
      <dgm:spPr/>
      <dgm:t>
        <a:bodyPr rtlCol="0"/>
        <a:lstStyle/>
        <a:p>
          <a:pPr rtl="0"/>
          <a:endParaRPr lang="pt-BR" noProof="0" dirty="0"/>
        </a:p>
      </dgm:t>
    </dgm:pt>
    <dgm:pt modelId="{77D0876E-2BA2-4E28-ADB5-9885FCB7156A}" type="sibTrans" cxnId="{7F970F62-30E3-4F5B-A242-825013BF84A8}">
      <dgm:prSet/>
      <dgm:spPr/>
      <dgm:t>
        <a:bodyPr rtlCol="0"/>
        <a:lstStyle/>
        <a:p>
          <a:pPr rtl="0"/>
          <a:endParaRPr lang="pt-BR" noProof="0" dirty="0"/>
        </a:p>
      </dgm:t>
    </dgm:pt>
    <dgm:pt modelId="{DC13276E-A6EE-4F1F-8058-BC35079FF369}" type="pres">
      <dgm:prSet presAssocID="{7B62DEA7-9DCD-4B2E-9DC5-BE121C266AFD}" presName="root" presStyleCnt="0">
        <dgm:presLayoutVars>
          <dgm:dir/>
          <dgm:resizeHandles val="exact"/>
        </dgm:presLayoutVars>
      </dgm:prSet>
      <dgm:spPr/>
    </dgm:pt>
    <dgm:pt modelId="{FC0020A3-4A09-44BC-9422-BF96460099FD}" type="pres">
      <dgm:prSet presAssocID="{41CDB9B8-E81E-41E7-AE89-8F6EDFC88D92}" presName="compNode" presStyleCnt="0"/>
      <dgm:spPr/>
    </dgm:pt>
    <dgm:pt modelId="{E82669A6-D7CD-4E20-A39A-832FC11B6B9B}" type="pres">
      <dgm:prSet presAssocID="{41CDB9B8-E81E-41E7-AE89-8F6EDFC88D92}" presName="iconBgRect" presStyleLbl="bgShp" presStyleIdx="0" presStyleCnt="3"/>
      <dgm:spPr/>
    </dgm:pt>
    <dgm:pt modelId="{DBE80AD5-B037-463C-90F4-1727C06AEF45}" type="pres">
      <dgm:prSet presAssocID="{41CDB9B8-E81E-41E7-AE89-8F6EDFC88D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8F63C1E9-D4EC-4936-93E1-8553F5C25439}" type="pres">
      <dgm:prSet presAssocID="{41CDB9B8-E81E-41E7-AE89-8F6EDFC88D92}" presName="spaceRect" presStyleCnt="0"/>
      <dgm:spPr/>
    </dgm:pt>
    <dgm:pt modelId="{F9233C29-A837-45C9-97F9-BAE8ED657BAE}" type="pres">
      <dgm:prSet presAssocID="{41CDB9B8-E81E-41E7-AE89-8F6EDFC88D92}" presName="textRect" presStyleLbl="revTx" presStyleIdx="0" presStyleCnt="3">
        <dgm:presLayoutVars>
          <dgm:chMax val="1"/>
          <dgm:chPref val="1"/>
        </dgm:presLayoutVars>
      </dgm:prSet>
      <dgm:spPr/>
    </dgm:pt>
    <dgm:pt modelId="{23DA43FB-D1BE-4705-9AEE-107E81D7BB69}" type="pres">
      <dgm:prSet presAssocID="{BA791450-8D1E-4A6F-B71D-2984D9E245C4}" presName="sibTrans" presStyleCnt="0"/>
      <dgm:spPr/>
    </dgm:pt>
    <dgm:pt modelId="{DE721FBE-03FB-4D3D-BDD7-CAE300D7CB34}" type="pres">
      <dgm:prSet presAssocID="{4D7D34C7-9466-4514-BF51-7396C17436B5}" presName="compNode" presStyleCnt="0"/>
      <dgm:spPr/>
    </dgm:pt>
    <dgm:pt modelId="{3CB79098-E121-45C4-B6BC-DFC46C69E116}" type="pres">
      <dgm:prSet presAssocID="{4D7D34C7-9466-4514-BF51-7396C17436B5}" presName="iconBgRect" presStyleLbl="bgShp" presStyleIdx="1" presStyleCnt="3"/>
      <dgm:spPr/>
    </dgm:pt>
    <dgm:pt modelId="{69E203E4-52D5-4F02-A43A-C8BB1F9AC5C8}" type="pres">
      <dgm:prSet presAssocID="{4D7D34C7-9466-4514-BF51-7396C17436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5A27C874-CAEB-4A66-8D99-0F3AC943E5AB}" type="pres">
      <dgm:prSet presAssocID="{4D7D34C7-9466-4514-BF51-7396C17436B5}" presName="spaceRect" presStyleCnt="0"/>
      <dgm:spPr/>
    </dgm:pt>
    <dgm:pt modelId="{A7DB1614-C206-4950-80C1-49D2C414AC91}" type="pres">
      <dgm:prSet presAssocID="{4D7D34C7-9466-4514-BF51-7396C17436B5}" presName="textRect" presStyleLbl="revTx" presStyleIdx="1" presStyleCnt="3">
        <dgm:presLayoutVars>
          <dgm:chMax val="1"/>
          <dgm:chPref val="1"/>
        </dgm:presLayoutVars>
      </dgm:prSet>
      <dgm:spPr/>
    </dgm:pt>
    <dgm:pt modelId="{62346287-0F0E-456F-B705-F79E37BC86EE}" type="pres">
      <dgm:prSet presAssocID="{483498F9-A0C2-4668-85AB-D8E6E254F73B}" presName="sibTrans" presStyleCnt="0"/>
      <dgm:spPr/>
    </dgm:pt>
    <dgm:pt modelId="{2656C800-25CF-4188-B876-F7D1654F1042}" type="pres">
      <dgm:prSet presAssocID="{8E185869-F0D4-43E2-B08A-2F3E83EE98F3}" presName="compNode" presStyleCnt="0"/>
      <dgm:spPr/>
    </dgm:pt>
    <dgm:pt modelId="{7206D892-B3F1-496D-BF53-15FEB0766F4F}" type="pres">
      <dgm:prSet presAssocID="{8E185869-F0D4-43E2-B08A-2F3E83EE98F3}" presName="iconBgRect" presStyleLbl="bgShp" presStyleIdx="2" presStyleCnt="3"/>
      <dgm:spPr/>
    </dgm:pt>
    <dgm:pt modelId="{ACF04E8D-4BF8-4251-912E-BABC479158FC}" type="pres">
      <dgm:prSet presAssocID="{8E185869-F0D4-43E2-B08A-2F3E83EE98F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755BFFC9-B3F4-418D-9116-04D7B34A92B6}" type="pres">
      <dgm:prSet presAssocID="{8E185869-F0D4-43E2-B08A-2F3E83EE98F3}" presName="spaceRect" presStyleCnt="0"/>
      <dgm:spPr/>
    </dgm:pt>
    <dgm:pt modelId="{BF1ECDC9-5335-4D4E-B27E-87B829208F37}" type="pres">
      <dgm:prSet presAssocID="{8E185869-F0D4-43E2-B08A-2F3E83EE98F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84AA06-E460-486B-B9E1-F830D93461BC}" type="presOf" srcId="{8E185869-F0D4-43E2-B08A-2F3E83EE98F3}" destId="{BF1ECDC9-5335-4D4E-B27E-87B829208F37}" srcOrd="0" destOrd="0" presId="urn:microsoft.com/office/officeart/2018/5/layout/IconCircleLabelList"/>
    <dgm:cxn modelId="{7EEBEB1B-497E-4365-84F9-FBB75D7759E5}" srcId="{7B62DEA7-9DCD-4B2E-9DC5-BE121C266AFD}" destId="{4D7D34C7-9466-4514-BF51-7396C17436B5}" srcOrd="1" destOrd="0" parTransId="{37DD6CE0-C2AA-4EB6-9E7D-14AED2127C40}" sibTransId="{483498F9-A0C2-4668-85AB-D8E6E254F73B}"/>
    <dgm:cxn modelId="{BA5EEB3F-3502-4D49-B5FA-3FD4A795BA4A}" type="presOf" srcId="{4D7D34C7-9466-4514-BF51-7396C17436B5}" destId="{A7DB1614-C206-4950-80C1-49D2C414AC91}" srcOrd="0" destOrd="0" presId="urn:microsoft.com/office/officeart/2018/5/layout/IconCircleLabelList"/>
    <dgm:cxn modelId="{7F970F62-30E3-4F5B-A242-825013BF84A8}" srcId="{7B62DEA7-9DCD-4B2E-9DC5-BE121C266AFD}" destId="{8E185869-F0D4-43E2-B08A-2F3E83EE98F3}" srcOrd="2" destOrd="0" parTransId="{7EE27099-92EA-4EDF-B176-0E355876D272}" sibTransId="{77D0876E-2BA2-4E28-ADB5-9885FCB7156A}"/>
    <dgm:cxn modelId="{21EB7847-13AE-4881-9090-909F31360F4E}" srcId="{7B62DEA7-9DCD-4B2E-9DC5-BE121C266AFD}" destId="{41CDB9B8-E81E-41E7-AE89-8F6EDFC88D92}" srcOrd="0" destOrd="0" parTransId="{5D2FF527-BA77-40BE-9414-16FAE46386BB}" sibTransId="{BA791450-8D1E-4A6F-B71D-2984D9E245C4}"/>
    <dgm:cxn modelId="{1D420EA8-FBEB-417A-A26A-3FF668FE26BC}" type="presOf" srcId="{41CDB9B8-E81E-41E7-AE89-8F6EDFC88D92}" destId="{F9233C29-A837-45C9-97F9-BAE8ED657BAE}" srcOrd="0" destOrd="0" presId="urn:microsoft.com/office/officeart/2018/5/layout/IconCircleLabelList"/>
    <dgm:cxn modelId="{A8B04ABE-C4C8-4242-BB1D-E6C6110D8B05}" type="presOf" srcId="{7B62DEA7-9DCD-4B2E-9DC5-BE121C266AFD}" destId="{DC13276E-A6EE-4F1F-8058-BC35079FF369}" srcOrd="0" destOrd="0" presId="urn:microsoft.com/office/officeart/2018/5/layout/IconCircleLabelList"/>
    <dgm:cxn modelId="{88C4AD61-9B66-4A5D-B87E-BBB1F47151C8}" type="presParOf" srcId="{DC13276E-A6EE-4F1F-8058-BC35079FF369}" destId="{FC0020A3-4A09-44BC-9422-BF96460099FD}" srcOrd="0" destOrd="0" presId="urn:microsoft.com/office/officeart/2018/5/layout/IconCircleLabelList"/>
    <dgm:cxn modelId="{567A02C1-3118-4807-B359-983ABFC9757C}" type="presParOf" srcId="{FC0020A3-4A09-44BC-9422-BF96460099FD}" destId="{E82669A6-D7CD-4E20-A39A-832FC11B6B9B}" srcOrd="0" destOrd="0" presId="urn:microsoft.com/office/officeart/2018/5/layout/IconCircleLabelList"/>
    <dgm:cxn modelId="{5509B6BD-BDAF-4DF1-9454-7AF8F2C39569}" type="presParOf" srcId="{FC0020A3-4A09-44BC-9422-BF96460099FD}" destId="{DBE80AD5-B037-463C-90F4-1727C06AEF45}" srcOrd="1" destOrd="0" presId="urn:microsoft.com/office/officeart/2018/5/layout/IconCircleLabelList"/>
    <dgm:cxn modelId="{6E8F8002-AA4A-4700-93DF-1E78F9B01264}" type="presParOf" srcId="{FC0020A3-4A09-44BC-9422-BF96460099FD}" destId="{8F63C1E9-D4EC-4936-93E1-8553F5C25439}" srcOrd="2" destOrd="0" presId="urn:microsoft.com/office/officeart/2018/5/layout/IconCircleLabelList"/>
    <dgm:cxn modelId="{61773F85-770D-4670-8CD7-469BA1E3C500}" type="presParOf" srcId="{FC0020A3-4A09-44BC-9422-BF96460099FD}" destId="{F9233C29-A837-45C9-97F9-BAE8ED657BAE}" srcOrd="3" destOrd="0" presId="urn:microsoft.com/office/officeart/2018/5/layout/IconCircleLabelList"/>
    <dgm:cxn modelId="{B493DD12-D1A3-48DF-84E9-82EB93A382C0}" type="presParOf" srcId="{DC13276E-A6EE-4F1F-8058-BC35079FF369}" destId="{23DA43FB-D1BE-4705-9AEE-107E81D7BB69}" srcOrd="1" destOrd="0" presId="urn:microsoft.com/office/officeart/2018/5/layout/IconCircleLabelList"/>
    <dgm:cxn modelId="{5836806D-855F-46EA-800A-981019A75AFD}" type="presParOf" srcId="{DC13276E-A6EE-4F1F-8058-BC35079FF369}" destId="{DE721FBE-03FB-4D3D-BDD7-CAE300D7CB34}" srcOrd="2" destOrd="0" presId="urn:microsoft.com/office/officeart/2018/5/layout/IconCircleLabelList"/>
    <dgm:cxn modelId="{1D3C850D-1065-4845-A1D7-763EE7FBB0AC}" type="presParOf" srcId="{DE721FBE-03FB-4D3D-BDD7-CAE300D7CB34}" destId="{3CB79098-E121-45C4-B6BC-DFC46C69E116}" srcOrd="0" destOrd="0" presId="urn:microsoft.com/office/officeart/2018/5/layout/IconCircleLabelList"/>
    <dgm:cxn modelId="{8273A823-FE07-427E-8BD7-495434A23D0A}" type="presParOf" srcId="{DE721FBE-03FB-4D3D-BDD7-CAE300D7CB34}" destId="{69E203E4-52D5-4F02-A43A-C8BB1F9AC5C8}" srcOrd="1" destOrd="0" presId="urn:microsoft.com/office/officeart/2018/5/layout/IconCircleLabelList"/>
    <dgm:cxn modelId="{3B56CEF0-DAA9-48AE-9177-48C81025611E}" type="presParOf" srcId="{DE721FBE-03FB-4D3D-BDD7-CAE300D7CB34}" destId="{5A27C874-CAEB-4A66-8D99-0F3AC943E5AB}" srcOrd="2" destOrd="0" presId="urn:microsoft.com/office/officeart/2018/5/layout/IconCircleLabelList"/>
    <dgm:cxn modelId="{D7B88B38-EA91-4170-BD6C-E590CCF44D99}" type="presParOf" srcId="{DE721FBE-03FB-4D3D-BDD7-CAE300D7CB34}" destId="{A7DB1614-C206-4950-80C1-49D2C414AC91}" srcOrd="3" destOrd="0" presId="urn:microsoft.com/office/officeart/2018/5/layout/IconCircleLabelList"/>
    <dgm:cxn modelId="{4858B3C1-B7E7-4A61-9713-29742E160E4C}" type="presParOf" srcId="{DC13276E-A6EE-4F1F-8058-BC35079FF369}" destId="{62346287-0F0E-456F-B705-F79E37BC86EE}" srcOrd="3" destOrd="0" presId="urn:microsoft.com/office/officeart/2018/5/layout/IconCircleLabelList"/>
    <dgm:cxn modelId="{DD91A43F-8F61-4B99-8BAF-CBDAA0291890}" type="presParOf" srcId="{DC13276E-A6EE-4F1F-8058-BC35079FF369}" destId="{2656C800-25CF-4188-B876-F7D1654F1042}" srcOrd="4" destOrd="0" presId="urn:microsoft.com/office/officeart/2018/5/layout/IconCircleLabelList"/>
    <dgm:cxn modelId="{EFDFD6C6-84D4-479D-9CB0-56827924AE92}" type="presParOf" srcId="{2656C800-25CF-4188-B876-F7D1654F1042}" destId="{7206D892-B3F1-496D-BF53-15FEB0766F4F}" srcOrd="0" destOrd="0" presId="urn:microsoft.com/office/officeart/2018/5/layout/IconCircleLabelList"/>
    <dgm:cxn modelId="{EA5403B0-CF82-425A-96F9-6CA04B585876}" type="presParOf" srcId="{2656C800-25CF-4188-B876-F7D1654F1042}" destId="{ACF04E8D-4BF8-4251-912E-BABC479158FC}" srcOrd="1" destOrd="0" presId="urn:microsoft.com/office/officeart/2018/5/layout/IconCircleLabelList"/>
    <dgm:cxn modelId="{3E2E1864-E149-48EA-9DEF-85A421D3FC93}" type="presParOf" srcId="{2656C800-25CF-4188-B876-F7D1654F1042}" destId="{755BFFC9-B3F4-418D-9116-04D7B34A92B6}" srcOrd="2" destOrd="0" presId="urn:microsoft.com/office/officeart/2018/5/layout/IconCircleLabelList"/>
    <dgm:cxn modelId="{6B500E66-F178-46D3-B1D2-4DB633234794}" type="presParOf" srcId="{2656C800-25CF-4188-B876-F7D1654F1042}" destId="{BF1ECDC9-5335-4D4E-B27E-87B829208F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503D04-C97E-4622-AE07-D0307CB3B4CA}" type="doc">
      <dgm:prSet loTypeId="urn:microsoft.com/office/officeart/2016/7/layout/LinearArrowProcessNumbered" loCatId="process" qsTypeId="urn:microsoft.com/office/officeart/2005/8/quickstyle/simple2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AAC263CB-8256-4B03-92FE-1622698FB3E9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 rtlCol="0" anchor="ctr"/>
        <a:lstStyle/>
        <a:p>
          <a:pPr algn="ctr" rtl="0"/>
          <a:r>
            <a:rPr lang="pt-BR" sz="1400" noProof="0" dirty="0"/>
            <a:t>Definir um tema de destino e/ou viagem</a:t>
          </a:r>
        </a:p>
      </dgm:t>
    </dgm:pt>
    <dgm:pt modelId="{0BEED663-FC38-4EAD-940F-4C475D2C87DB}" type="parTrans" cxnId="{C5E94186-9CB6-4C42-92B3-C546CC53A7B9}">
      <dgm:prSet/>
      <dgm:spPr/>
      <dgm:t>
        <a:bodyPr rtlCol="0"/>
        <a:lstStyle/>
        <a:p>
          <a:pPr rtl="0"/>
          <a:endParaRPr lang="pt-BR" sz="4000" noProof="0" dirty="0"/>
        </a:p>
      </dgm:t>
    </dgm:pt>
    <dgm:pt modelId="{808B76D0-8EC7-469A-93AC-7A6017188A9D}" type="sibTrans" cxnId="{C5E94186-9CB6-4C42-92B3-C546CC53A7B9}">
      <dgm:prSet phldrT="1" phldr="0"/>
      <dgm:spPr>
        <a:solidFill>
          <a:schemeClr val="accent2"/>
        </a:solidFill>
        <a:ln>
          <a:noFill/>
        </a:ln>
      </dgm:spPr>
      <dgm:t>
        <a:bodyPr rtlCol="0"/>
        <a:lstStyle/>
        <a:p>
          <a:pPr rtl="0"/>
          <a:r>
            <a:rPr lang="pt-BR" noProof="0">
              <a:solidFill>
                <a:schemeClr val="bg2"/>
              </a:solidFill>
            </a:rPr>
            <a:t>1</a:t>
          </a:r>
          <a:endParaRPr lang="pt-BR" noProof="0" dirty="0">
            <a:solidFill>
              <a:schemeClr val="bg2"/>
            </a:solidFill>
          </a:endParaRPr>
        </a:p>
      </dgm:t>
    </dgm:pt>
    <dgm:pt modelId="{4E8D2E69-0173-4BD3-B96A-7A9C5DD12B47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 rtlCol="0" anchor="ctr"/>
        <a:lstStyle/>
        <a:p>
          <a:pPr algn="ctr" rtl="0"/>
          <a:r>
            <a:rPr lang="pt-BR" sz="1400" noProof="0" dirty="0"/>
            <a:t>Definir datas de viagem, modo de viagem e encontrar acomodações</a:t>
          </a:r>
        </a:p>
      </dgm:t>
    </dgm:pt>
    <dgm:pt modelId="{B954BF22-E3B3-4A1C-802E-590228BE2D9C}" type="parTrans" cxnId="{0F866C41-EB5F-47BD-A2CD-A58671F15B67}">
      <dgm:prSet/>
      <dgm:spPr/>
      <dgm:t>
        <a:bodyPr rtlCol="0"/>
        <a:lstStyle/>
        <a:p>
          <a:pPr rtl="0"/>
          <a:endParaRPr lang="pt-BR" sz="4000" noProof="0" dirty="0"/>
        </a:p>
      </dgm:t>
    </dgm:pt>
    <dgm:pt modelId="{FEF1E80E-8A9E-4B0A-817C-2A4CFDCF3FB2}" type="sibTrans" cxnId="{0F866C41-EB5F-47BD-A2CD-A58671F15B67}">
      <dgm:prSet phldrT="2" phldr="0"/>
      <dgm:spPr>
        <a:solidFill>
          <a:schemeClr val="accent2"/>
        </a:solidFill>
        <a:ln>
          <a:noFill/>
        </a:ln>
      </dgm:spPr>
      <dgm:t>
        <a:bodyPr rtlCol="0"/>
        <a:lstStyle/>
        <a:p>
          <a:pPr rtl="0"/>
          <a:r>
            <a:rPr lang="pt-BR" noProof="0">
              <a:solidFill>
                <a:schemeClr val="bg2"/>
              </a:solidFill>
            </a:rPr>
            <a:t>2</a:t>
          </a:r>
          <a:endParaRPr lang="pt-BR" noProof="0" dirty="0">
            <a:solidFill>
              <a:schemeClr val="bg2"/>
            </a:solidFill>
          </a:endParaRPr>
        </a:p>
      </dgm:t>
    </dgm:pt>
    <dgm:pt modelId="{93A6A030-ABAB-4EFA-B539-0FDB3E07C1EF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noFill/>
        </a:ln>
      </dgm:spPr>
      <dgm:t>
        <a:bodyPr rtlCol="0" anchor="ctr"/>
        <a:lstStyle/>
        <a:p>
          <a:pPr algn="ctr" rtl="0"/>
          <a:r>
            <a:rPr lang="pt-BR" sz="1400" noProof="0" dirty="0"/>
            <a:t>Localizar atrações locais, espaços gastronômicos e atividades de lazer</a:t>
          </a:r>
        </a:p>
      </dgm:t>
    </dgm:pt>
    <dgm:pt modelId="{3D674B97-6DC6-4A12-85BA-0976D3064237}" type="parTrans" cxnId="{4B40C8DC-6B57-4F5B-8440-7241C649700B}">
      <dgm:prSet/>
      <dgm:spPr/>
      <dgm:t>
        <a:bodyPr rtlCol="0"/>
        <a:lstStyle/>
        <a:p>
          <a:pPr rtl="0"/>
          <a:endParaRPr lang="pt-BR" sz="4000" noProof="0" dirty="0"/>
        </a:p>
      </dgm:t>
    </dgm:pt>
    <dgm:pt modelId="{BFE0749E-E343-4A6F-BD09-2810EE6B4BD7}" type="sibTrans" cxnId="{4B40C8DC-6B57-4F5B-8440-7241C649700B}">
      <dgm:prSet phldrT="3" phldr="0"/>
      <dgm:spPr>
        <a:solidFill>
          <a:schemeClr val="accent2"/>
        </a:solidFill>
        <a:ln>
          <a:noFill/>
        </a:ln>
      </dgm:spPr>
      <dgm:t>
        <a:bodyPr rtlCol="0"/>
        <a:lstStyle/>
        <a:p>
          <a:pPr rtl="0"/>
          <a:r>
            <a:rPr lang="pt-BR" noProof="0" dirty="0">
              <a:solidFill>
                <a:schemeClr val="bg2"/>
              </a:solidFill>
            </a:rPr>
            <a:t>3</a:t>
          </a:r>
        </a:p>
      </dgm:t>
    </dgm:pt>
    <dgm:pt modelId="{3C40F323-2A26-1146-9131-B2D8B599E05D}" type="pres">
      <dgm:prSet presAssocID="{D4503D04-C97E-4622-AE07-D0307CB3B4CA}" presName="linearFlow" presStyleCnt="0">
        <dgm:presLayoutVars>
          <dgm:dir/>
          <dgm:animLvl val="lvl"/>
          <dgm:resizeHandles val="exact"/>
        </dgm:presLayoutVars>
      </dgm:prSet>
      <dgm:spPr/>
    </dgm:pt>
    <dgm:pt modelId="{296CA727-22E4-1143-B024-CE111CF4A770}" type="pres">
      <dgm:prSet presAssocID="{AAC263CB-8256-4B03-92FE-1622698FB3E9}" presName="compositeNode" presStyleCnt="0"/>
      <dgm:spPr/>
    </dgm:pt>
    <dgm:pt modelId="{321FD1E3-6BBE-294B-B4C0-6DC5A435E948}" type="pres">
      <dgm:prSet presAssocID="{AAC263CB-8256-4B03-92FE-1622698FB3E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0577C9B-C730-EA49-B58D-C5D075366A14}" type="pres">
      <dgm:prSet presAssocID="{AAC263CB-8256-4B03-92FE-1622698FB3E9}" presName="parSh" presStyleCnt="0"/>
      <dgm:spPr/>
    </dgm:pt>
    <dgm:pt modelId="{8B390F72-5471-DD42-9CE3-6F37BDA74B87}" type="pres">
      <dgm:prSet presAssocID="{AAC263CB-8256-4B03-92FE-1622698FB3E9}" presName="lineNode" presStyleLbl="alignAccFollowNode1" presStyleIdx="0" presStyleCnt="9"/>
      <dgm:spPr/>
    </dgm:pt>
    <dgm:pt modelId="{B510E1DB-3720-2045-A15B-D53248B697B7}" type="pres">
      <dgm:prSet presAssocID="{AAC263CB-8256-4B03-92FE-1622698FB3E9}" presName="lineArrowNode" presStyleLbl="alignAccFollowNode1" presStyleIdx="1" presStyleCnt="9"/>
      <dgm:spPr/>
    </dgm:pt>
    <dgm:pt modelId="{CE8B700A-AC6F-0E47-AEFA-DA760C3E6A6D}" type="pres">
      <dgm:prSet presAssocID="{808B76D0-8EC7-469A-93AC-7A6017188A9D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FCC40D6F-EEB6-3446-88E1-B053AA67D0BA}" type="pres">
      <dgm:prSet presAssocID="{808B76D0-8EC7-469A-93AC-7A6017188A9D}" presName="spacerBetweenCircleAndCallout" presStyleCnt="0">
        <dgm:presLayoutVars/>
      </dgm:prSet>
      <dgm:spPr/>
    </dgm:pt>
    <dgm:pt modelId="{12DC819D-BB19-CE49-AFEB-155922B01406}" type="pres">
      <dgm:prSet presAssocID="{AAC263CB-8256-4B03-92FE-1622698FB3E9}" presName="nodeText" presStyleLbl="alignAccFollowNode1" presStyleIdx="2" presStyleCnt="9">
        <dgm:presLayoutVars>
          <dgm:bulletEnabled val="1"/>
        </dgm:presLayoutVars>
      </dgm:prSet>
      <dgm:spPr/>
    </dgm:pt>
    <dgm:pt modelId="{C23696F0-ABD6-D744-AF78-0E1E04C15B58}" type="pres">
      <dgm:prSet presAssocID="{808B76D0-8EC7-469A-93AC-7A6017188A9D}" presName="sibTransComposite" presStyleCnt="0"/>
      <dgm:spPr/>
    </dgm:pt>
    <dgm:pt modelId="{EC700B7C-22AD-A448-932D-B2D74EB83739}" type="pres">
      <dgm:prSet presAssocID="{4E8D2E69-0173-4BD3-B96A-7A9C5DD12B47}" presName="compositeNode" presStyleCnt="0"/>
      <dgm:spPr/>
    </dgm:pt>
    <dgm:pt modelId="{DA09631C-A7BE-7B4B-B67A-731744F53514}" type="pres">
      <dgm:prSet presAssocID="{4E8D2E69-0173-4BD3-B96A-7A9C5DD12B4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25962D1-06AA-2647-AF55-6B9872C540C1}" type="pres">
      <dgm:prSet presAssocID="{4E8D2E69-0173-4BD3-B96A-7A9C5DD12B47}" presName="parSh" presStyleCnt="0"/>
      <dgm:spPr/>
    </dgm:pt>
    <dgm:pt modelId="{4A0B88BF-91DC-214E-A662-99F2E5E1AA6F}" type="pres">
      <dgm:prSet presAssocID="{4E8D2E69-0173-4BD3-B96A-7A9C5DD12B47}" presName="lineNode" presStyleLbl="alignAccFollowNode1" presStyleIdx="3" presStyleCnt="9"/>
      <dgm:spPr/>
    </dgm:pt>
    <dgm:pt modelId="{C1172316-FFE1-2D41-82E9-8EB0F5EACF76}" type="pres">
      <dgm:prSet presAssocID="{4E8D2E69-0173-4BD3-B96A-7A9C5DD12B47}" presName="lineArrowNode" presStyleLbl="alignAccFollowNode1" presStyleIdx="4" presStyleCnt="9"/>
      <dgm:spPr/>
    </dgm:pt>
    <dgm:pt modelId="{D40ADF37-3E5B-2D42-9470-8264667346F7}" type="pres">
      <dgm:prSet presAssocID="{FEF1E80E-8A9E-4B0A-817C-2A4CFDCF3FB2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9A2130FA-E71D-2149-B6B5-729705DA753F}" type="pres">
      <dgm:prSet presAssocID="{FEF1E80E-8A9E-4B0A-817C-2A4CFDCF3FB2}" presName="spacerBetweenCircleAndCallout" presStyleCnt="0">
        <dgm:presLayoutVars/>
      </dgm:prSet>
      <dgm:spPr/>
    </dgm:pt>
    <dgm:pt modelId="{EA4D4141-C1BF-E74E-8ECF-933FF6EE68D4}" type="pres">
      <dgm:prSet presAssocID="{4E8D2E69-0173-4BD3-B96A-7A9C5DD12B47}" presName="nodeText" presStyleLbl="alignAccFollowNode1" presStyleIdx="5" presStyleCnt="9">
        <dgm:presLayoutVars>
          <dgm:bulletEnabled val="1"/>
        </dgm:presLayoutVars>
      </dgm:prSet>
      <dgm:spPr/>
    </dgm:pt>
    <dgm:pt modelId="{80422F12-2F31-1041-9626-1A4A27C2D252}" type="pres">
      <dgm:prSet presAssocID="{FEF1E80E-8A9E-4B0A-817C-2A4CFDCF3FB2}" presName="sibTransComposite" presStyleCnt="0"/>
      <dgm:spPr/>
    </dgm:pt>
    <dgm:pt modelId="{B400E8F3-1394-C54D-A864-8B6685A025A9}" type="pres">
      <dgm:prSet presAssocID="{93A6A030-ABAB-4EFA-B539-0FDB3E07C1EF}" presName="compositeNode" presStyleCnt="0"/>
      <dgm:spPr/>
    </dgm:pt>
    <dgm:pt modelId="{0257A0F1-83E2-5242-BBAF-4082D66272A5}" type="pres">
      <dgm:prSet presAssocID="{93A6A030-ABAB-4EFA-B539-0FDB3E07C1E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F89A7B0-A25A-A34E-9E43-6769278A1274}" type="pres">
      <dgm:prSet presAssocID="{93A6A030-ABAB-4EFA-B539-0FDB3E07C1EF}" presName="parSh" presStyleCnt="0"/>
      <dgm:spPr/>
    </dgm:pt>
    <dgm:pt modelId="{EBC17C66-42F5-8741-9366-67B899EB8470}" type="pres">
      <dgm:prSet presAssocID="{93A6A030-ABAB-4EFA-B539-0FDB3E07C1EF}" presName="lineNode" presStyleLbl="alignAccFollowNode1" presStyleIdx="6" presStyleCnt="9"/>
      <dgm:spPr/>
    </dgm:pt>
    <dgm:pt modelId="{35A0AD7D-4761-5A4E-8421-A0D0A060E3A2}" type="pres">
      <dgm:prSet presAssocID="{93A6A030-ABAB-4EFA-B539-0FDB3E07C1EF}" presName="lineArrowNode" presStyleLbl="alignAccFollowNode1" presStyleIdx="7" presStyleCnt="9"/>
      <dgm:spPr/>
    </dgm:pt>
    <dgm:pt modelId="{2E09C126-5366-AA41-9BAD-31AD467B40A9}" type="pres">
      <dgm:prSet presAssocID="{BFE0749E-E343-4A6F-BD09-2810EE6B4BD7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7D99A2E4-B1CC-5046-9048-90027FA547BE}" type="pres">
      <dgm:prSet presAssocID="{BFE0749E-E343-4A6F-BD09-2810EE6B4BD7}" presName="spacerBetweenCircleAndCallout" presStyleCnt="0">
        <dgm:presLayoutVars/>
      </dgm:prSet>
      <dgm:spPr/>
    </dgm:pt>
    <dgm:pt modelId="{2CCAA94D-0D9E-CB40-97A3-00A05F4F0DC2}" type="pres">
      <dgm:prSet presAssocID="{93A6A030-ABAB-4EFA-B539-0FDB3E07C1EF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62985F13-79FA-BC4A-8783-3DAA0F1FAA2F}" type="presOf" srcId="{93A6A030-ABAB-4EFA-B539-0FDB3E07C1EF}" destId="{2CCAA94D-0D9E-CB40-97A3-00A05F4F0DC2}" srcOrd="0" destOrd="0" presId="urn:microsoft.com/office/officeart/2016/7/layout/LinearArrowProcessNumbered"/>
    <dgm:cxn modelId="{99426D2B-C3FB-C846-9D4D-6EE116D49815}" type="presOf" srcId="{BFE0749E-E343-4A6F-BD09-2810EE6B4BD7}" destId="{2E09C126-5366-AA41-9BAD-31AD467B40A9}" srcOrd="0" destOrd="0" presId="urn:microsoft.com/office/officeart/2016/7/layout/LinearArrowProcessNumbered"/>
    <dgm:cxn modelId="{D9F8793A-7523-F649-AD1E-5DFCA97DCCFA}" type="presOf" srcId="{FEF1E80E-8A9E-4B0A-817C-2A4CFDCF3FB2}" destId="{D40ADF37-3E5B-2D42-9470-8264667346F7}" srcOrd="0" destOrd="0" presId="urn:microsoft.com/office/officeart/2016/7/layout/LinearArrowProcessNumbered"/>
    <dgm:cxn modelId="{0F866C41-EB5F-47BD-A2CD-A58671F15B67}" srcId="{D4503D04-C97E-4622-AE07-D0307CB3B4CA}" destId="{4E8D2E69-0173-4BD3-B96A-7A9C5DD12B47}" srcOrd="1" destOrd="0" parTransId="{B954BF22-E3B3-4A1C-802E-590228BE2D9C}" sibTransId="{FEF1E80E-8A9E-4B0A-817C-2A4CFDCF3FB2}"/>
    <dgm:cxn modelId="{9640184F-42CF-0441-8D18-50F45B342AD6}" type="presOf" srcId="{808B76D0-8EC7-469A-93AC-7A6017188A9D}" destId="{CE8B700A-AC6F-0E47-AEFA-DA760C3E6A6D}" srcOrd="0" destOrd="0" presId="urn:microsoft.com/office/officeart/2016/7/layout/LinearArrowProcessNumbered"/>
    <dgm:cxn modelId="{C5E94186-9CB6-4C42-92B3-C546CC53A7B9}" srcId="{D4503D04-C97E-4622-AE07-D0307CB3B4CA}" destId="{AAC263CB-8256-4B03-92FE-1622698FB3E9}" srcOrd="0" destOrd="0" parTransId="{0BEED663-FC38-4EAD-940F-4C475D2C87DB}" sibTransId="{808B76D0-8EC7-469A-93AC-7A6017188A9D}"/>
    <dgm:cxn modelId="{42720694-3F25-164D-8BA7-13098CD1C309}" type="presOf" srcId="{4E8D2E69-0173-4BD3-B96A-7A9C5DD12B47}" destId="{EA4D4141-C1BF-E74E-8ECF-933FF6EE68D4}" srcOrd="0" destOrd="0" presId="urn:microsoft.com/office/officeart/2016/7/layout/LinearArrowProcessNumbered"/>
    <dgm:cxn modelId="{1DBFCA9C-22A6-CF4B-A1DC-84F892D316C2}" type="presOf" srcId="{AAC263CB-8256-4B03-92FE-1622698FB3E9}" destId="{12DC819D-BB19-CE49-AFEB-155922B01406}" srcOrd="0" destOrd="0" presId="urn:microsoft.com/office/officeart/2016/7/layout/LinearArrowProcessNumbered"/>
    <dgm:cxn modelId="{429BBAB5-E6F3-574F-AC79-1CB7EF13C8D7}" type="presOf" srcId="{D4503D04-C97E-4622-AE07-D0307CB3B4CA}" destId="{3C40F323-2A26-1146-9131-B2D8B599E05D}" srcOrd="0" destOrd="0" presId="urn:microsoft.com/office/officeart/2016/7/layout/LinearArrowProcessNumbered"/>
    <dgm:cxn modelId="{4B40C8DC-6B57-4F5B-8440-7241C649700B}" srcId="{D4503D04-C97E-4622-AE07-D0307CB3B4CA}" destId="{93A6A030-ABAB-4EFA-B539-0FDB3E07C1EF}" srcOrd="2" destOrd="0" parTransId="{3D674B97-6DC6-4A12-85BA-0976D3064237}" sibTransId="{BFE0749E-E343-4A6F-BD09-2810EE6B4BD7}"/>
    <dgm:cxn modelId="{AF33346B-FE09-2E43-B098-7822C74FDC14}" type="presParOf" srcId="{3C40F323-2A26-1146-9131-B2D8B599E05D}" destId="{296CA727-22E4-1143-B024-CE111CF4A770}" srcOrd="0" destOrd="0" presId="urn:microsoft.com/office/officeart/2016/7/layout/LinearArrowProcessNumbered"/>
    <dgm:cxn modelId="{06A584FA-9EF5-5348-A462-AB4A83E01DCB}" type="presParOf" srcId="{296CA727-22E4-1143-B024-CE111CF4A770}" destId="{321FD1E3-6BBE-294B-B4C0-6DC5A435E948}" srcOrd="0" destOrd="0" presId="urn:microsoft.com/office/officeart/2016/7/layout/LinearArrowProcessNumbered"/>
    <dgm:cxn modelId="{3DCC91DD-666F-FD47-97D0-0373CDD777BB}" type="presParOf" srcId="{296CA727-22E4-1143-B024-CE111CF4A770}" destId="{70577C9B-C730-EA49-B58D-C5D075366A14}" srcOrd="1" destOrd="0" presId="urn:microsoft.com/office/officeart/2016/7/layout/LinearArrowProcessNumbered"/>
    <dgm:cxn modelId="{4F7E7384-CB47-7A4B-A7DC-54496DEF3BF2}" type="presParOf" srcId="{70577C9B-C730-EA49-B58D-C5D075366A14}" destId="{8B390F72-5471-DD42-9CE3-6F37BDA74B87}" srcOrd="0" destOrd="0" presId="urn:microsoft.com/office/officeart/2016/7/layout/LinearArrowProcessNumbered"/>
    <dgm:cxn modelId="{EA7A12D7-4D88-1B45-AA6B-10A5D6721337}" type="presParOf" srcId="{70577C9B-C730-EA49-B58D-C5D075366A14}" destId="{B510E1DB-3720-2045-A15B-D53248B697B7}" srcOrd="1" destOrd="0" presId="urn:microsoft.com/office/officeart/2016/7/layout/LinearArrowProcessNumbered"/>
    <dgm:cxn modelId="{AB2F9F3E-06CC-A242-A5D9-205452070D3C}" type="presParOf" srcId="{70577C9B-C730-EA49-B58D-C5D075366A14}" destId="{CE8B700A-AC6F-0E47-AEFA-DA760C3E6A6D}" srcOrd="2" destOrd="0" presId="urn:microsoft.com/office/officeart/2016/7/layout/LinearArrowProcessNumbered"/>
    <dgm:cxn modelId="{5972EA4C-C3BE-4C46-B56F-882865FC2AAB}" type="presParOf" srcId="{70577C9B-C730-EA49-B58D-C5D075366A14}" destId="{FCC40D6F-EEB6-3446-88E1-B053AA67D0BA}" srcOrd="3" destOrd="0" presId="urn:microsoft.com/office/officeart/2016/7/layout/LinearArrowProcessNumbered"/>
    <dgm:cxn modelId="{AB1C3499-BBA5-2244-94C6-0DC933F2D4D2}" type="presParOf" srcId="{296CA727-22E4-1143-B024-CE111CF4A770}" destId="{12DC819D-BB19-CE49-AFEB-155922B01406}" srcOrd="2" destOrd="0" presId="urn:microsoft.com/office/officeart/2016/7/layout/LinearArrowProcessNumbered"/>
    <dgm:cxn modelId="{08F0ADDE-2970-8B4F-941B-7A991543CDC5}" type="presParOf" srcId="{3C40F323-2A26-1146-9131-B2D8B599E05D}" destId="{C23696F0-ABD6-D744-AF78-0E1E04C15B58}" srcOrd="1" destOrd="0" presId="urn:microsoft.com/office/officeart/2016/7/layout/LinearArrowProcessNumbered"/>
    <dgm:cxn modelId="{CAF410FE-C712-5841-935C-7618E7C200C3}" type="presParOf" srcId="{3C40F323-2A26-1146-9131-B2D8B599E05D}" destId="{EC700B7C-22AD-A448-932D-B2D74EB83739}" srcOrd="2" destOrd="0" presId="urn:microsoft.com/office/officeart/2016/7/layout/LinearArrowProcessNumbered"/>
    <dgm:cxn modelId="{F0045999-1782-9846-A60D-3738A61DEE2D}" type="presParOf" srcId="{EC700B7C-22AD-A448-932D-B2D74EB83739}" destId="{DA09631C-A7BE-7B4B-B67A-731744F53514}" srcOrd="0" destOrd="0" presId="urn:microsoft.com/office/officeart/2016/7/layout/LinearArrowProcessNumbered"/>
    <dgm:cxn modelId="{37EB15ED-5F22-C849-B69C-A92D19754292}" type="presParOf" srcId="{EC700B7C-22AD-A448-932D-B2D74EB83739}" destId="{325962D1-06AA-2647-AF55-6B9872C540C1}" srcOrd="1" destOrd="0" presId="urn:microsoft.com/office/officeart/2016/7/layout/LinearArrowProcessNumbered"/>
    <dgm:cxn modelId="{EA52BA3B-55B6-F04E-B877-AAFA290DD2A0}" type="presParOf" srcId="{325962D1-06AA-2647-AF55-6B9872C540C1}" destId="{4A0B88BF-91DC-214E-A662-99F2E5E1AA6F}" srcOrd="0" destOrd="0" presId="urn:microsoft.com/office/officeart/2016/7/layout/LinearArrowProcessNumbered"/>
    <dgm:cxn modelId="{BADAD535-4998-854F-95AB-8065F883495C}" type="presParOf" srcId="{325962D1-06AA-2647-AF55-6B9872C540C1}" destId="{C1172316-FFE1-2D41-82E9-8EB0F5EACF76}" srcOrd="1" destOrd="0" presId="urn:microsoft.com/office/officeart/2016/7/layout/LinearArrowProcessNumbered"/>
    <dgm:cxn modelId="{A31EA0B2-1FEC-E647-8CC7-E93E1A3BBEE4}" type="presParOf" srcId="{325962D1-06AA-2647-AF55-6B9872C540C1}" destId="{D40ADF37-3E5B-2D42-9470-8264667346F7}" srcOrd="2" destOrd="0" presId="urn:microsoft.com/office/officeart/2016/7/layout/LinearArrowProcessNumbered"/>
    <dgm:cxn modelId="{7C7AF049-07F5-3D48-B524-40B594521C0E}" type="presParOf" srcId="{325962D1-06AA-2647-AF55-6B9872C540C1}" destId="{9A2130FA-E71D-2149-B6B5-729705DA753F}" srcOrd="3" destOrd="0" presId="urn:microsoft.com/office/officeart/2016/7/layout/LinearArrowProcessNumbered"/>
    <dgm:cxn modelId="{2B704C1F-FB45-6846-8ACF-7DFD906A03FD}" type="presParOf" srcId="{EC700B7C-22AD-A448-932D-B2D74EB83739}" destId="{EA4D4141-C1BF-E74E-8ECF-933FF6EE68D4}" srcOrd="2" destOrd="0" presId="urn:microsoft.com/office/officeart/2016/7/layout/LinearArrowProcessNumbered"/>
    <dgm:cxn modelId="{1CBF126D-59DC-A749-87E9-89529DAC5CF9}" type="presParOf" srcId="{3C40F323-2A26-1146-9131-B2D8B599E05D}" destId="{80422F12-2F31-1041-9626-1A4A27C2D252}" srcOrd="3" destOrd="0" presId="urn:microsoft.com/office/officeart/2016/7/layout/LinearArrowProcessNumbered"/>
    <dgm:cxn modelId="{1CA31CC6-FF26-8C48-A4FC-D711E0756948}" type="presParOf" srcId="{3C40F323-2A26-1146-9131-B2D8B599E05D}" destId="{B400E8F3-1394-C54D-A864-8B6685A025A9}" srcOrd="4" destOrd="0" presId="urn:microsoft.com/office/officeart/2016/7/layout/LinearArrowProcessNumbered"/>
    <dgm:cxn modelId="{74717302-7DE9-224F-B1CD-76F865FDA5FE}" type="presParOf" srcId="{B400E8F3-1394-C54D-A864-8B6685A025A9}" destId="{0257A0F1-83E2-5242-BBAF-4082D66272A5}" srcOrd="0" destOrd="0" presId="urn:microsoft.com/office/officeart/2016/7/layout/LinearArrowProcessNumbered"/>
    <dgm:cxn modelId="{C5DD2B2A-FC1A-454B-B757-355679C5FDD8}" type="presParOf" srcId="{B400E8F3-1394-C54D-A864-8B6685A025A9}" destId="{7F89A7B0-A25A-A34E-9E43-6769278A1274}" srcOrd="1" destOrd="0" presId="urn:microsoft.com/office/officeart/2016/7/layout/LinearArrowProcessNumbered"/>
    <dgm:cxn modelId="{88930CF3-84F7-9843-BDE5-D5840E07F50F}" type="presParOf" srcId="{7F89A7B0-A25A-A34E-9E43-6769278A1274}" destId="{EBC17C66-42F5-8741-9366-67B899EB8470}" srcOrd="0" destOrd="0" presId="urn:microsoft.com/office/officeart/2016/7/layout/LinearArrowProcessNumbered"/>
    <dgm:cxn modelId="{3FCD1D2F-BBCE-A846-A46E-E40F1DC2FDC3}" type="presParOf" srcId="{7F89A7B0-A25A-A34E-9E43-6769278A1274}" destId="{35A0AD7D-4761-5A4E-8421-A0D0A060E3A2}" srcOrd="1" destOrd="0" presId="urn:microsoft.com/office/officeart/2016/7/layout/LinearArrowProcessNumbered"/>
    <dgm:cxn modelId="{8A7389E2-D319-C247-9F95-E95454110E5E}" type="presParOf" srcId="{7F89A7B0-A25A-A34E-9E43-6769278A1274}" destId="{2E09C126-5366-AA41-9BAD-31AD467B40A9}" srcOrd="2" destOrd="0" presId="urn:microsoft.com/office/officeart/2016/7/layout/LinearArrowProcessNumbered"/>
    <dgm:cxn modelId="{7937D3DA-C6FF-0645-9968-6895E17334D2}" type="presParOf" srcId="{7F89A7B0-A25A-A34E-9E43-6769278A1274}" destId="{7D99A2E4-B1CC-5046-9048-90027FA547BE}" srcOrd="3" destOrd="0" presId="urn:microsoft.com/office/officeart/2016/7/layout/LinearArrowProcessNumbered"/>
    <dgm:cxn modelId="{25E39B2A-D0CD-1C4C-BF9E-1BC8BDC7AAAC}" type="presParOf" srcId="{B400E8F3-1394-C54D-A864-8B6685A025A9}" destId="{2CCAA94D-0D9E-CB40-97A3-00A05F4F0DC2}" srcOrd="2" destOrd="0" presId="urn:microsoft.com/office/officeart/2016/7/layout/LinearArrowProcessNumbered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669A6-D7CD-4E20-A39A-832FC11B6B9B}">
      <dsp:nvSpPr>
        <dsp:cNvPr id="0" name=""/>
        <dsp:cNvSpPr/>
      </dsp:nvSpPr>
      <dsp:spPr>
        <a:xfrm>
          <a:off x="424388" y="710699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80AD5-B037-463C-90F4-1727C06AEF45}">
      <dsp:nvSpPr>
        <dsp:cNvPr id="0" name=""/>
        <dsp:cNvSpPr/>
      </dsp:nvSpPr>
      <dsp:spPr>
        <a:xfrm>
          <a:off x="658388" y="94470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33C29-A837-45C9-97F9-BAE8ED657BAE}">
      <dsp:nvSpPr>
        <dsp:cNvPr id="0" name=""/>
        <dsp:cNvSpPr/>
      </dsp:nvSpPr>
      <dsp:spPr>
        <a:xfrm>
          <a:off x="73388" y="21507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noProof="0" dirty="0"/>
            <a:t>Reduzir e Eliminar Despesas</a:t>
          </a:r>
        </a:p>
      </dsp:txBody>
      <dsp:txXfrm>
        <a:off x="73388" y="2150700"/>
        <a:ext cx="1800000" cy="720000"/>
      </dsp:txXfrm>
    </dsp:sp>
    <dsp:sp modelId="{3CB79098-E121-45C4-B6BC-DFC46C69E116}">
      <dsp:nvSpPr>
        <dsp:cNvPr id="0" name=""/>
        <dsp:cNvSpPr/>
      </dsp:nvSpPr>
      <dsp:spPr>
        <a:xfrm>
          <a:off x="2539388" y="710699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203E4-52D5-4F02-A43A-C8BB1F9AC5C8}">
      <dsp:nvSpPr>
        <dsp:cNvPr id="0" name=""/>
        <dsp:cNvSpPr/>
      </dsp:nvSpPr>
      <dsp:spPr>
        <a:xfrm>
          <a:off x="2773388" y="94469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B1614-C206-4950-80C1-49D2C414AC91}">
      <dsp:nvSpPr>
        <dsp:cNvPr id="0" name=""/>
        <dsp:cNvSpPr/>
      </dsp:nvSpPr>
      <dsp:spPr>
        <a:xfrm>
          <a:off x="2188388" y="21507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noProof="0" dirty="0"/>
            <a:t>Escolher um Destino</a:t>
          </a:r>
        </a:p>
      </dsp:txBody>
      <dsp:txXfrm>
        <a:off x="2188388" y="2150700"/>
        <a:ext cx="1800000" cy="720000"/>
      </dsp:txXfrm>
    </dsp:sp>
    <dsp:sp modelId="{7206D892-B3F1-496D-BF53-15FEB0766F4F}">
      <dsp:nvSpPr>
        <dsp:cNvPr id="0" name=""/>
        <dsp:cNvSpPr/>
      </dsp:nvSpPr>
      <dsp:spPr>
        <a:xfrm>
          <a:off x="4654388" y="710699"/>
          <a:ext cx="1098000" cy="1098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F04E8D-4BF8-4251-912E-BABC479158FC}">
      <dsp:nvSpPr>
        <dsp:cNvPr id="0" name=""/>
        <dsp:cNvSpPr/>
      </dsp:nvSpPr>
      <dsp:spPr>
        <a:xfrm>
          <a:off x="4888388" y="94469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ECDC9-5335-4D4E-B27E-87B829208F37}">
      <dsp:nvSpPr>
        <dsp:cNvPr id="0" name=""/>
        <dsp:cNvSpPr/>
      </dsp:nvSpPr>
      <dsp:spPr>
        <a:xfrm>
          <a:off x="4303388" y="21507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600" kern="1200" noProof="0" dirty="0"/>
            <a:t>Definir Metas e Criar um Plano</a:t>
          </a:r>
        </a:p>
      </dsp:txBody>
      <dsp:txXfrm>
        <a:off x="4303388" y="215070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90F72-5471-DD42-9CE3-6F37BDA74B87}">
      <dsp:nvSpPr>
        <dsp:cNvPr id="0" name=""/>
        <dsp:cNvSpPr/>
      </dsp:nvSpPr>
      <dsp:spPr>
        <a:xfrm>
          <a:off x="1135078" y="723869"/>
          <a:ext cx="905407" cy="7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0E1DB-3720-2045-A15B-D53248B697B7}">
      <dsp:nvSpPr>
        <dsp:cNvPr id="0" name=""/>
        <dsp:cNvSpPr/>
      </dsp:nvSpPr>
      <dsp:spPr>
        <a:xfrm>
          <a:off x="2094810" y="647851"/>
          <a:ext cx="104121" cy="195062"/>
        </a:xfrm>
        <a:prstGeom prst="chevron">
          <a:avLst>
            <a:gd name="adj" fmla="val 9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B700A-AC6F-0E47-AEFA-DA760C3E6A6D}">
      <dsp:nvSpPr>
        <dsp:cNvPr id="0" name=""/>
        <dsp:cNvSpPr/>
      </dsp:nvSpPr>
      <dsp:spPr>
        <a:xfrm>
          <a:off x="561243" y="263247"/>
          <a:ext cx="921317" cy="921317"/>
        </a:xfrm>
        <a:prstGeom prst="ellipse">
          <a:avLst/>
        </a:prstGeom>
        <a:solidFill>
          <a:schemeClr val="accent2"/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752" tIns="35752" rIns="35752" bIns="35752" numCol="1" spcCol="1270" rtlCol="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400" kern="1200" noProof="0">
              <a:solidFill>
                <a:schemeClr val="bg2"/>
              </a:solidFill>
            </a:rPr>
            <a:t>1</a:t>
          </a:r>
          <a:endParaRPr lang="pt-BR" sz="4400" kern="1200" noProof="0" dirty="0">
            <a:solidFill>
              <a:schemeClr val="bg2"/>
            </a:solidFill>
          </a:endParaRPr>
        </a:p>
      </dsp:txBody>
      <dsp:txXfrm>
        <a:off x="696167" y="398171"/>
        <a:ext cx="651469" cy="651469"/>
      </dsp:txXfrm>
    </dsp:sp>
    <dsp:sp modelId="{12DC819D-BB19-CE49-AFEB-155922B01406}">
      <dsp:nvSpPr>
        <dsp:cNvPr id="0" name=""/>
        <dsp:cNvSpPr/>
      </dsp:nvSpPr>
      <dsp:spPr>
        <a:xfrm>
          <a:off x="3318" y="1349736"/>
          <a:ext cx="203716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94" tIns="165100" rIns="160694" bIns="1651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Definir um tema de destino e/ou viagem</a:t>
          </a:r>
        </a:p>
      </dsp:txBody>
      <dsp:txXfrm>
        <a:off x="3318" y="1742856"/>
        <a:ext cx="2037167" cy="1572480"/>
      </dsp:txXfrm>
    </dsp:sp>
    <dsp:sp modelId="{4A0B88BF-91DC-214E-A662-99F2E5E1AA6F}">
      <dsp:nvSpPr>
        <dsp:cNvPr id="0" name=""/>
        <dsp:cNvSpPr/>
      </dsp:nvSpPr>
      <dsp:spPr>
        <a:xfrm>
          <a:off x="2266837" y="725063"/>
          <a:ext cx="2037167" cy="7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72316-FFE1-2D41-82E9-8EB0F5EACF76}">
      <dsp:nvSpPr>
        <dsp:cNvPr id="0" name=""/>
        <dsp:cNvSpPr/>
      </dsp:nvSpPr>
      <dsp:spPr>
        <a:xfrm>
          <a:off x="4358329" y="648848"/>
          <a:ext cx="104121" cy="196075"/>
        </a:xfrm>
        <a:prstGeom prst="chevron">
          <a:avLst>
            <a:gd name="adj" fmla="val 9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ADF37-3E5B-2D42-9470-8264667346F7}">
      <dsp:nvSpPr>
        <dsp:cNvPr id="0" name=""/>
        <dsp:cNvSpPr/>
      </dsp:nvSpPr>
      <dsp:spPr>
        <a:xfrm>
          <a:off x="2824762" y="264441"/>
          <a:ext cx="921317" cy="921317"/>
        </a:xfrm>
        <a:prstGeom prst="ellipse">
          <a:avLst/>
        </a:prstGeom>
        <a:solidFill>
          <a:schemeClr val="accent2"/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752" tIns="35752" rIns="35752" bIns="35752" numCol="1" spcCol="1270" rtlCol="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400" kern="1200" noProof="0">
              <a:solidFill>
                <a:schemeClr val="bg2"/>
              </a:solidFill>
            </a:rPr>
            <a:t>2</a:t>
          </a:r>
          <a:endParaRPr lang="pt-BR" sz="4400" kern="1200" noProof="0" dirty="0">
            <a:solidFill>
              <a:schemeClr val="bg2"/>
            </a:solidFill>
          </a:endParaRPr>
        </a:p>
      </dsp:txBody>
      <dsp:txXfrm>
        <a:off x="2959686" y="399365"/>
        <a:ext cx="651469" cy="651469"/>
      </dsp:txXfrm>
    </dsp:sp>
    <dsp:sp modelId="{EA4D4141-C1BF-E74E-8ECF-933FF6EE68D4}">
      <dsp:nvSpPr>
        <dsp:cNvPr id="0" name=""/>
        <dsp:cNvSpPr/>
      </dsp:nvSpPr>
      <dsp:spPr>
        <a:xfrm>
          <a:off x="2266837" y="1352552"/>
          <a:ext cx="203716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94" tIns="165100" rIns="160694" bIns="1651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Definir datas de viagem, modo de viagem e encontrar acomodações</a:t>
          </a:r>
        </a:p>
      </dsp:txBody>
      <dsp:txXfrm>
        <a:off x="2266837" y="1745672"/>
        <a:ext cx="2037167" cy="1572480"/>
      </dsp:txXfrm>
    </dsp:sp>
    <dsp:sp modelId="{EBC17C66-42F5-8741-9366-67B899EB8470}">
      <dsp:nvSpPr>
        <dsp:cNvPr id="0" name=""/>
        <dsp:cNvSpPr/>
      </dsp:nvSpPr>
      <dsp:spPr>
        <a:xfrm>
          <a:off x="4530357" y="725063"/>
          <a:ext cx="1018583" cy="7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9C126-5366-AA41-9BAD-31AD467B40A9}">
      <dsp:nvSpPr>
        <dsp:cNvPr id="0" name=""/>
        <dsp:cNvSpPr/>
      </dsp:nvSpPr>
      <dsp:spPr>
        <a:xfrm>
          <a:off x="5088281" y="264441"/>
          <a:ext cx="921317" cy="921317"/>
        </a:xfrm>
        <a:prstGeom prst="ellipse">
          <a:avLst/>
        </a:prstGeom>
        <a:solidFill>
          <a:schemeClr val="accent2"/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752" tIns="35752" rIns="35752" bIns="35752" numCol="1" spcCol="1270" rtlCol="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400" kern="1200" noProof="0" dirty="0">
              <a:solidFill>
                <a:schemeClr val="bg2"/>
              </a:solidFill>
            </a:rPr>
            <a:t>3</a:t>
          </a:r>
        </a:p>
      </dsp:txBody>
      <dsp:txXfrm>
        <a:off x="5223205" y="399365"/>
        <a:ext cx="651469" cy="651469"/>
      </dsp:txXfrm>
    </dsp:sp>
    <dsp:sp modelId="{2CCAA94D-0D9E-CB40-97A3-00A05F4F0DC2}">
      <dsp:nvSpPr>
        <dsp:cNvPr id="0" name=""/>
        <dsp:cNvSpPr/>
      </dsp:nvSpPr>
      <dsp:spPr>
        <a:xfrm>
          <a:off x="4530357" y="1352552"/>
          <a:ext cx="203716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94" tIns="165100" rIns="160694" bIns="165100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Localizar atrações locais, espaços gastronômicos e atividades de lazer</a:t>
          </a:r>
        </a:p>
      </dsp:txBody>
      <dsp:txXfrm>
        <a:off x="4530357" y="1745672"/>
        <a:ext cx="2037167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92F4663-87B5-401A-A682-BBED3252BA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2868A3-9809-4B14-8FB8-94E91F877F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516B3-C473-4384-B7FF-8ADD7F75C1FE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642B0EB-D69D-4F20-BD67-3C0F6D1ABE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F2B68A-2645-47F4-9216-FEF50B8251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FA526-FC71-4A9B-B98A-8EACD2FDA4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413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F0A12-4F39-4D5A-823C-D0602A4169DC}" type="datetimeFigureOut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AC675-7F8E-41EF-826B-CC35F9060C9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0413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22031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7AF8-CE5B-40B3-A6B8-D67C55DD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D21195-C0FD-F656-4583-ADA4FEA16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841B07-4D02-AF8D-F4D0-26D1571CC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600A6A-8307-6B4F-C3FD-6BFB89B69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43935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9DA12-3DE5-2BB5-A88B-832762D6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8E3142C-EA35-B94B-543B-1533D8CE2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8DE378-B743-58CC-5FC7-868748E0B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74434F-3168-BDAC-7D8C-3590417BF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86537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00111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5505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70143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C675-7F8E-41EF-826B-CC35F9060C99}" type="slidenum">
              <a:rPr lang="pt-BR" noProof="0" smtClean="0"/>
              <a:t>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96969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389D7FE2-55E6-4A94-A599-2CA89A5E779D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grpSp>
        <p:nvGrpSpPr>
          <p:cNvPr id="7" name="Grupo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orma livre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orma livre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796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CFA2A5-BE05-49A1-B5A0-AD6E89B8A580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04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4DA48DE-9B58-43A3-AF1F-472F9E49DE1C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Forma livre 6" title="Marca de Corte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6594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1F9AF9-570D-49F5-96C2-5581B7428804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321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F8C253-10A7-45F4-A4A9-F8652D90FC14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6959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F0B9ECA-8173-49BF-AEFF-A465915BFDF3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9279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473394-C751-4494-9506-FF8182F7CC08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098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 title="Forma de Plano de Fu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C06315D-7CFF-4589-99E0-03B5F2A8041A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 title="Barra divisória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451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 title="Forma de Plano de Fu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05143-6051-4A0B-BBDD-A5308ED862D8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 title="Barra divisória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393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77669B-3EE2-4B4C-A7B9-964941A33102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5142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6A532-0076-423B-8B0F-F6455E232C3E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454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583A29BD-C430-46D9-8F5D-894C4207287A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 title="Barra lateral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51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0.jpe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image" Target="../media/image12.jpeg"/><Relationship Id="rId10" Type="http://schemas.microsoft.com/office/2007/relationships/diagramDrawing" Target="../diagrams/drawing2.xml"/><Relationship Id="rId4" Type="http://schemas.openxmlformats.org/officeDocument/2006/relationships/image" Target="../media/image11.jpeg"/><Relationship Id="rId9" Type="http://schemas.openxmlformats.org/officeDocument/2006/relationships/diagramColors" Target="../diagrams/colors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 descr="pessoa com bolsa de livros olhando as montanhas">
            <a:extLst>
              <a:ext uri="{FF2B5EF4-FFF2-40B4-BE49-F238E27FC236}">
                <a16:creationId xmlns:a16="http://schemas.microsoft.com/office/drawing/2014/main" id="{0461DC49-1338-C24E-A3BB-5919AD12F5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12191999" cy="68593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32" name="Forma livre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" name="Forma livre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JACH’A AJAYU</a:t>
            </a:r>
            <a:endParaRPr lang="pt-BR" dirty="0">
              <a:solidFill>
                <a:schemeClr val="bg2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6E661E49-0788-40C2-A5B6-638ADED71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A alma do folclore boliviano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580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DE025-5321-5299-15EA-F14660BE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 descr="pessoa com bolsa de livros olhando as montanhas">
            <a:extLst>
              <a:ext uri="{FF2B5EF4-FFF2-40B4-BE49-F238E27FC236}">
                <a16:creationId xmlns:a16="http://schemas.microsoft.com/office/drawing/2014/main" id="{5F7837BD-8F59-3A45-FB80-B45A33D90A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12191999" cy="68593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33610075-4B5D-8869-2BAB-5AF29070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32" name="Forma livre 6">
            <a:extLst>
              <a:ext uri="{FF2B5EF4-FFF2-40B4-BE49-F238E27FC236}">
                <a16:creationId xmlns:a16="http://schemas.microsoft.com/office/drawing/2014/main" id="{930483F9-5BC3-E49D-974E-84C460471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" name="Forma livre 6">
            <a:extLst>
              <a:ext uri="{FF2B5EF4-FFF2-40B4-BE49-F238E27FC236}">
                <a16:creationId xmlns:a16="http://schemas.microsoft.com/office/drawing/2014/main" id="{1E4BEC1E-3AA2-D878-5233-71367531F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C98F82-96C8-C9A9-099D-556EBD13E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JACH’A AJAYU</a:t>
            </a:r>
            <a:endParaRPr lang="pt-BR" dirty="0">
              <a:solidFill>
                <a:schemeClr val="bg2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5BF1114B-802C-8784-920A-F42E6916E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A alma do folclore boliviano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08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F8FBF-DA39-840E-137D-A674FFB3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0146F10-D7D3-2C13-46BC-A8DF3662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58" b="14106"/>
          <a:stretch>
            <a:fillRect/>
          </a:stretch>
        </p:blipFill>
        <p:spPr>
          <a:xfrm>
            <a:off x="20" y="0"/>
            <a:ext cx="12191980" cy="6859300"/>
          </a:xfrm>
          <a:prstGeom prst="rect">
            <a:avLst/>
          </a:prstGeom>
        </p:spPr>
      </p:pic>
      <p:sp>
        <p:nvSpPr>
          <p:cNvPr id="44" name="Cobertura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7999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98C65C-EB7E-91AF-A3C8-3765BE721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JACH’A AJAYU</a:t>
            </a:r>
            <a:endParaRPr lang="pt-BR" dirty="0">
              <a:solidFill>
                <a:schemeClr val="bg2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02D42CDC-A549-7DA2-9340-7D01CF069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pt-BR">
                <a:solidFill>
                  <a:schemeClr val="bg2"/>
                </a:solidFill>
              </a:rPr>
              <a:t>A alma do folclore boliviano</a:t>
            </a:r>
          </a:p>
        </p:txBody>
      </p:sp>
    </p:spTree>
    <p:extLst>
      <p:ext uri="{BB962C8B-B14F-4D97-AF65-F5344CB8AC3E}">
        <p14:creationId xmlns:p14="http://schemas.microsoft.com/office/powerpoint/2010/main" val="149435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tângulo 109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83B91B61-BFCA-4647-957E-A8269BE4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dirty="0"/>
              <a:t>Como começar a ser um </a:t>
            </a:r>
            <a:br>
              <a:rPr lang="pt-BR" dirty="0"/>
            </a:br>
            <a:r>
              <a:rPr lang="pt-BR" dirty="0"/>
              <a:t>Nômade Digital</a:t>
            </a:r>
          </a:p>
        </p:txBody>
      </p:sp>
      <p:pic>
        <p:nvPicPr>
          <p:cNvPr id="15" name="Espaço Reservado para Conteúdo 14" descr="Pessoa deitando em frente a um laptop">
            <a:extLst>
              <a:ext uri="{FF2B5EF4-FFF2-40B4-BE49-F238E27FC236}">
                <a16:creationId xmlns:a16="http://schemas.microsoft.com/office/drawing/2014/main" id="{C7F36DA5-3286-4EAB-8CE6-344245727B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" r="-1" b="-1"/>
          <a:stretch/>
        </p:blipFill>
        <p:spPr>
          <a:xfrm>
            <a:off x="-1" y="10"/>
            <a:ext cx="4373546" cy="6857990"/>
          </a:xfrm>
          <a:prstGeom prst="rect">
            <a:avLst/>
          </a:prstGeom>
        </p:spPr>
      </p:pic>
      <p:sp>
        <p:nvSpPr>
          <p:cNvPr id="114" name="Retângulo 113">
            <a:extLst>
              <a:ext uri="{FF2B5EF4-FFF2-40B4-BE49-F238E27FC236}">
                <a16:creationId xmlns:a16="http://schemas.microsoft.com/office/drawing/2014/main" id="{92D1D7C6-1C89-420C-8D35-48365416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14" name="Espaço Reservado para Conteúdo 2" descr="Elemento gráfico SmartArt do ícone">
            <a:extLst>
              <a:ext uri="{FF2B5EF4-FFF2-40B4-BE49-F238E27FC236}">
                <a16:creationId xmlns:a16="http://schemas.microsoft.com/office/drawing/2014/main" id="{454EA04D-167F-4BB4-9EC9-2DC5D3C603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1633054"/>
              </p:ext>
            </p:extLst>
          </p:nvPr>
        </p:nvGraphicFramePr>
        <p:xfrm>
          <a:off x="5100824" y="2286000"/>
          <a:ext cx="617677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679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59DB74EB-2A7D-443D-B969-8BF48F993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340" y="639704"/>
            <a:ext cx="3299579" cy="5577840"/>
          </a:xfrm>
        </p:spPr>
        <p:txBody>
          <a:bodyPr rtlCol="0" anchor="ctr">
            <a:normAutofit/>
          </a:bodyPr>
          <a:lstStyle/>
          <a:p>
            <a:pPr rtl="0"/>
            <a:r>
              <a:rPr lang="pt-BR" dirty="0"/>
              <a:t>Temporadas Comuns de Viagem </a:t>
            </a:r>
            <a:br>
              <a:rPr lang="pt-BR" dirty="0"/>
            </a:br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9036E77-5F7B-494E-A117-FEA947B35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13" name="Gráfico 3" descr="Gráfico&#10;">
            <a:extLst>
              <a:ext uri="{FF2B5EF4-FFF2-40B4-BE49-F238E27FC236}">
                <a16:creationId xmlns:a16="http://schemas.microsoft.com/office/drawing/2014/main" id="{6BDC48A0-8B3E-CE42-BC22-664690C9821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625237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45136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Homem olhando a neve cobrindo as montanhas">
            <a:extLst>
              <a:ext uri="{FF2B5EF4-FFF2-40B4-BE49-F238E27FC236}">
                <a16:creationId xmlns:a16="http://schemas.microsoft.com/office/drawing/2014/main" id="{CB65CD91-F5B7-D446-9C8C-8E7FD1C4D4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9773" y="10"/>
            <a:ext cx="7592227" cy="6857614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6D043292-708B-4F69-AE72-8FB56C6E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Fazer um Plano</a:t>
            </a:r>
          </a:p>
        </p:txBody>
      </p:sp>
      <p:pic>
        <p:nvPicPr>
          <p:cNvPr id="8" name="Imagem 7" descr="Pessoa carregando malas com rodinhas">
            <a:extLst>
              <a:ext uri="{FF2B5EF4-FFF2-40B4-BE49-F238E27FC236}">
                <a16:creationId xmlns:a16="http://schemas.microsoft.com/office/drawing/2014/main" id="{3E07AA5F-8072-9541-85CB-0C9A4C1EBCD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379956" cy="3428990"/>
          </a:xfrm>
          <a:prstGeom prst="rect">
            <a:avLst/>
          </a:prstGeom>
        </p:spPr>
      </p:pic>
      <p:pic>
        <p:nvPicPr>
          <p:cNvPr id="4" name="Imagem 3" descr="Mulher olhando as montanhas">
            <a:extLst>
              <a:ext uri="{FF2B5EF4-FFF2-40B4-BE49-F238E27FC236}">
                <a16:creationId xmlns:a16="http://schemas.microsoft.com/office/drawing/2014/main" id="{2A8AB22A-14EA-F842-BE52-8E0EC555C53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3429000"/>
            <a:ext cx="4373525" cy="3429000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9F01DDB9-C75C-44C2-9331-356EAF9C0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14700"/>
            <a:ext cx="4373545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2C017B3-7B7A-4C5A-A3E9-09EC1428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14" name="Espaço Reservado para Conteúdo 2" descr="Elemento gráfico SmartArt do processo linear">
            <a:extLst>
              <a:ext uri="{FF2B5EF4-FFF2-40B4-BE49-F238E27FC236}">
                <a16:creationId xmlns:a16="http://schemas.microsoft.com/office/drawing/2014/main" id="{DEC8A51B-A7CC-40D9-9DD5-CACF12E987D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899420"/>
              </p:ext>
            </p:extLst>
          </p:nvPr>
        </p:nvGraphicFramePr>
        <p:xfrm>
          <a:off x="5100637" y="2286000"/>
          <a:ext cx="6797195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844128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Mulher carregando pasta executiva seguindo o caminho">
            <a:extLst>
              <a:ext uri="{FF2B5EF4-FFF2-40B4-BE49-F238E27FC236}">
                <a16:creationId xmlns:a16="http://schemas.microsoft.com/office/drawing/2014/main" id="{6BE62510-A175-9D47-9EDF-D9FB6C162C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3" name="Forma livre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5" name="Forma livre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chemeClr val="bg2"/>
                </a:solidFill>
              </a:rPr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98B4E1-5F4F-8E4F-97D2-0176CBCC4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chemeClr val="bg2"/>
                </a:solidFill>
              </a:rPr>
              <a:t>nome@example.com</a:t>
            </a:r>
          </a:p>
        </p:txBody>
      </p:sp>
    </p:spTree>
    <p:extLst>
      <p:ext uri="{BB962C8B-B14F-4D97-AF65-F5344CB8AC3E}">
        <p14:creationId xmlns:p14="http://schemas.microsoft.com/office/powerpoint/2010/main" val="1799120912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082C27-02EB-4B4A-A84F-7021AA79D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6757D5-6F93-45B0-82A2-39BC87D70F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155078-021E-49AB-8F30-C53CA1A5999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de viagem</Template>
  <TotalTime>7</TotalTime>
  <Words>96</Words>
  <Application>Microsoft Office PowerPoint</Application>
  <PresentationFormat>Widescreen</PresentationFormat>
  <Paragraphs>27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Calibri</vt:lpstr>
      <vt:lpstr>Franklin Gothic Book</vt:lpstr>
      <vt:lpstr>Cortar</vt:lpstr>
      <vt:lpstr>JACH’A AJAYU</vt:lpstr>
      <vt:lpstr>JACH’A AJAYU</vt:lpstr>
      <vt:lpstr>JACH’A AJAYU</vt:lpstr>
      <vt:lpstr>Como começar a ser um  Nômade Digital</vt:lpstr>
      <vt:lpstr>Temporadas Comuns de Viagem  </vt:lpstr>
      <vt:lpstr>Fazer um Plano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ALVAREZ AVENDANO .</dc:creator>
  <cp:lastModifiedBy>JOSUÉ ALVAREZ AVENDANO .</cp:lastModifiedBy>
  <cp:revision>1</cp:revision>
  <dcterms:created xsi:type="dcterms:W3CDTF">2025-11-24T03:20:13Z</dcterms:created>
  <dcterms:modified xsi:type="dcterms:W3CDTF">2025-11-24T03:27:39Z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